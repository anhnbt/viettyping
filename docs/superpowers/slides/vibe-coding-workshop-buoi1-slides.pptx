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CODEGYM · VIBE CODING WORKSHOP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73736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APP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CHIẾN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Buổi 1 — Xây dựng trực tiếp một ứng dụng thật, từ con số 0, cùng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6235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14/07/2026  ·  20:00–21:50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597103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Diễn giả: Nguyễn Bá Tuấn Anh  ·  Google Meet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281160" y="2331720"/>
            <a:ext cx="2194560" cy="21945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0" descr="/private/tmp/claude-501/-Users-wanbi-Code-oss-projects-viettyping/819a7611-2cb6-438f-ae7c-0ad07e99bd3f/scratchpad/slides/icons/rocke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2328" y="2532888"/>
            <a:ext cx="1792224" cy="17922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KHÁM PHÁ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đã từng nhờ AI viết giúp một đoạn code chưa?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mở đầu cho khán giả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223760" y="1188720"/>
            <a:ext cx="4343400" cy="4206240"/>
          </a:xfrm>
          <a:prstGeom prst="roundRect">
            <a:avLst>
              <a:gd name="adj" fmla="val 3043"/>
            </a:avLst>
          </a:prstGeom>
          <a:solidFill>
            <a:srgbClr val="F7F8FC"/>
          </a:solidFill>
          <a:ln/>
          <a:effectLst>
            <a:outerShdw sx="100000" sy="100000" kx="0" ky="0" algn="bl" rotWithShape="0" blurRad="127000" dist="38100" dir="5400000">
              <a:srgbClr val="1E2761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0" y="150876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/private/tmp/claude-501/-Users-wanbi-Code-oss-projects-viettyping/819a7611-2cb6-438f-ae7c-0ad07e99bd3f/scratchpad/slides/icons/comment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0688" y="1709928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0" y="25146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Vibe Coding là gì?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589520" y="306324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trình bằng cách trò chuyện với AI để mô tả điều mình muốn, thay vì tự gõ từng dòng cú pháp.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589520" y="41148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 phần “dịch ý tưởng thành code”.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KHÁM PHÁ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Tư duy AI-Native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năng quan trọng nhất không còn là </a:t>
            </a:r>
            <a:pPr indent="0" marL="0">
              <a:buNone/>
            </a:pPr>
            <a:r>
              <a:rPr lang="en-US" sz="1600" i="1" strike="sngStrike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“thuộc cú pháp”</a:t>
            </a:r>
            <a:pPr indent="0" marL="0">
              <a:buNone/>
            </a:pPr>
            <a:r>
              <a:rPr lang="en-US" sz="16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mà là: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F7F8FC"/>
          </a:solidFill>
          <a:ln/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697480"/>
            <a:ext cx="868680" cy="8686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private/tmp/claude-501/-Users-wanbi-Code-oss-projects-viettyping/819a7611-2cb6-438f-ae7c-0ad07e99bd3f/scratchpad/slides/icons/questio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898648"/>
            <a:ext cx="466344" cy="4663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108960" y="2651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37490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Đặt câu hỏi đúng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60120" y="42976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tả rõ ý muốn, ràng buộc, và tiêu chí thành công cho AI.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89120" y="233172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F7F8FC"/>
          </a:solidFill>
          <a:ln/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269748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3" name="Image 1" descr="/private/tmp/claude-501/-Users-wanbi-Code-oss-projects-viettyping/819a7611-2cb6-438f-ae7c-0ad07e99bd3f/scratchpad/slides/icons/search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898648"/>
            <a:ext cx="466344" cy="4663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858000" y="2651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709160" y="37490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Đọc và đánh giá kết quả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709160" y="42976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AI đưa ra đúng ý chưa, phát hiện chỗ lệch sớm.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38160" y="233172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F7F8FC"/>
          </a:solidFill>
          <a:ln/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458200" y="2697480"/>
            <a:ext cx="868680" cy="8686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private/tmp/claude-501/-Users-wanbi-Code-oss-projects-viettyping/819a7611-2cb6-438f-ae7c-0ad07e99bd3f/scratchpad/slides/icons/sync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68" y="2898648"/>
            <a:ext cx="466344" cy="4663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607040" y="2651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458200" y="37490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Lặp lại thật nhanh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458200" y="42976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Chỉnh, hỏi lại, thử phương án khác — không sợ "làm lại từ đầu".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CHIẾN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Nhiều công cụ AI, phối hợp thật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chỉ một công cụ duy nhất — hôm nay bạn sẽ thấy cả chuỗi phối hợp với nhau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18108" y="2606040"/>
            <a:ext cx="1051560" cy="10515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/private/tmp/claude-501/-Users-wanbi-Code-oss-projects-viettyping/819a7611-2cb6-438f-ae7c-0ad07e99bd3f/scratchpad/slides/icons/comment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9276" y="2807208"/>
            <a:ext cx="649224" cy="6492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0868" y="38221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0868" y="42245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 ý tưởng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57988" y="45720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961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/brainstorming</a:t>
            </a:r>
            <a:endParaRPr lang="en-US" sz="1050" dirty="0"/>
          </a:p>
        </p:txBody>
      </p:sp>
      <p:pic>
        <p:nvPicPr>
          <p:cNvPr id="10" name="Image 1" descr="/private/tmp/claude-501/-Users-wanbi-Code-oss-projects-viettyping/819a7611-2cb6-438f-ae7c-0ad07e99bd3f/scratchpad/slides/icons/arrow_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328" y="2948940"/>
            <a:ext cx="365760" cy="3657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152748" y="2606040"/>
            <a:ext cx="1051560" cy="10515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2" name="Image 2" descr="/private/tmp/claude-501/-Users-wanbi-Code-oss-projects-viettyping/819a7611-2cb6-438f-ae7c-0ad07e99bd3f/scratchpad/slides/icons/paintbrush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916" y="2807208"/>
            <a:ext cx="649224" cy="6492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75508" y="38221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Stitch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3375508" y="42245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giao diện</a:t>
            </a:r>
            <a:endParaRPr lang="en-US" sz="1300" dirty="0"/>
          </a:p>
        </p:txBody>
      </p:sp>
      <p:pic>
        <p:nvPicPr>
          <p:cNvPr id="15" name="Image 3" descr="/private/tmp/claude-501/-Users-wanbi-Code-oss-projects-viettyping/819a7611-2cb6-438f-ae7c-0ad07e99bd3f/scratchpad/slides/icons/arrow_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2968" y="2948940"/>
            <a:ext cx="365760" cy="3657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987388" y="2606040"/>
            <a:ext cx="1051560" cy="10515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7" name="Image 4" descr="/private/tmp/claude-501/-Users-wanbi-Code-oss-projects-viettyping/819a7611-2cb6-438f-ae7c-0ad07e99bd3f/scratchpad/slides/icons/cod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8556" y="2807208"/>
            <a:ext cx="649224" cy="64922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210148" y="38221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Studio</a:t>
            </a:r>
            <a:endParaRPr lang="en-US" sz="1800" dirty="0"/>
          </a:p>
        </p:txBody>
      </p:sp>
      <p:sp>
        <p:nvSpPr>
          <p:cNvPr id="19" name="Text 12"/>
          <p:cNvSpPr/>
          <p:nvPr/>
        </p:nvSpPr>
        <p:spPr>
          <a:xfrm>
            <a:off x="6210148" y="42245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Viết code tự động</a:t>
            </a:r>
            <a:endParaRPr lang="en-US" sz="1300" dirty="0"/>
          </a:p>
        </p:txBody>
      </p:sp>
      <p:pic>
        <p:nvPicPr>
          <p:cNvPr id="20" name="Image 5" descr="/private/tmp/claude-501/-Users-wanbi-Code-oss-projects-viettyping/819a7611-2cb6-438f-ae7c-0ad07e99bd3f/scratchpad/slides/icons/arrow_i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7608" y="2948940"/>
            <a:ext cx="365760" cy="36576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822028" y="2606040"/>
            <a:ext cx="1051560" cy="10515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22" name="Image 6" descr="/private/tmp/claude-501/-Users-wanbi-Code-oss-projects-viettyping/819a7611-2cb6-438f-ae7c-0ad07e99bd3f/scratchpad/slides/icons/magic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23196" y="2807208"/>
            <a:ext cx="649224" cy="649224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9044788" y="38221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24" name="Text 15"/>
          <p:cNvSpPr/>
          <p:nvPr/>
        </p:nvSpPr>
        <p:spPr>
          <a:xfrm>
            <a:off x="9044788" y="42245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 sản phẩm</a:t>
            </a:r>
            <a:endParaRPr lang="en-US" sz="1300" dirty="0"/>
          </a:p>
        </p:txBody>
      </p:sp>
      <p:sp>
        <p:nvSpPr>
          <p:cNvPr id="25" name="Text 16"/>
          <p:cNvSpPr/>
          <p:nvPr/>
        </p:nvSpPr>
        <p:spPr>
          <a:xfrm>
            <a:off x="8861908" y="45720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961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/writing-plans + /executing-plans</a:t>
            </a:r>
            <a:endParaRPr lang="en-US" sz="1050" dirty="0"/>
          </a:p>
        </p:txBody>
      </p:sp>
      <p:sp>
        <p:nvSpPr>
          <p:cNvPr id="26" name="Shape 17"/>
          <p:cNvSpPr/>
          <p:nvPr/>
        </p:nvSpPr>
        <p:spPr>
          <a:xfrm>
            <a:off x="640080" y="5897880"/>
            <a:ext cx="10908792" cy="548640"/>
          </a:xfrm>
          <a:prstGeom prst="roundRect">
            <a:avLst>
              <a:gd name="adj" fmla="val 16667"/>
            </a:avLst>
          </a:prstGeom>
          <a:solidFill>
            <a:srgbClr val="141A47"/>
          </a:solidFill>
          <a:ln/>
        </p:spPr>
      </p:sp>
      <p:sp>
        <p:nvSpPr>
          <p:cNvPr id="27" name="Shape 18"/>
          <p:cNvSpPr/>
          <p:nvPr/>
        </p:nvSpPr>
        <p:spPr>
          <a:xfrm>
            <a:off x="868680" y="6007608"/>
            <a:ext cx="329184" cy="329184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28" name="Image 7" descr="/private/tmp/claude-501/-Users-wanbi-Code-oss-projects-viettyping/819a7611-2cb6-438f-ae7c-0ad07e99bd3f/scratchpad/slides/icons/github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" y="6071616"/>
            <a:ext cx="201168" cy="20116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325880" y="5897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mở nguồn: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github.com/obra/superpowers</a:t>
            </a:r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tự cài và dùng ngay sau buổi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KHÁM PHÁ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Kỳ vọng rõ ràng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85800" y="3063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PHÚT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97764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để dựng phần LÕI — vòng lặp chơi cốt lõi — của một ứng dụng thật đang chạy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794760"/>
            <a:ext cx="10908792" cy="1417320"/>
          </a:xfrm>
          <a:prstGeom prst="roundRect">
            <a:avLst>
              <a:gd name="adj" fmla="val 9032"/>
            </a:avLst>
          </a:prstGeom>
          <a:solidFill>
            <a:srgbClr val="141A4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0233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đầy đủ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9AA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tháng phát triển — mascot 3D, âm thanh, hàng chục mini-game.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63640" y="40233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Hôm nay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trung vào lõi, để thấy tốc độ AI mang lại — thật, không dàn dựng.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732520" y="5532120"/>
            <a:ext cx="777240" cy="7772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1" name="Image 0" descr="/private/tmp/claude-501/-Users-wanbi-Code-oss-projects-viettyping/819a7611-2cb6-438f-ae7c-0ad07e99bd3f/scratchpad/slides/icons/rocke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3688" y="5733288"/>
            <a:ext cx="374904" cy="3749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572000" y="56692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Bắt đầu xây dựng trực tiếp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2026-07-14T03:00:35Z</dcterms:created>
  <dcterms:modified xsi:type="dcterms:W3CDTF">2026-07-14T03:00:35Z</dcterms:modified>
</cp:coreProperties>
</file>