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CODEGYM · VIBE CODING WORKSHOP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APP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CHIẾN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— Live-build một app thật, từ số 0, cùng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14/07/2026  ·  20:00–21:50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971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giả: Nguyễn Bá Tuấn Anh  ·  Google Meet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281160" y="2331720"/>
            <a:ext cx="2194560" cy="2194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/private/tmp/claude-501/-Users-wanbi-Code-oss-projects-viettyping/819a7611-2cb6-438f-ae7c-0ad07e99bd3f/scratchpad/slides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2532888"/>
            <a:ext cx="1792224" cy="1792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đã từng nhờ AI viết giúp một đoạn code chưa?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mở đầu cho khán giả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188720"/>
            <a:ext cx="4343400" cy="4206240"/>
          </a:xfrm>
          <a:prstGeom prst="roundRect">
            <a:avLst>
              <a:gd name="adj" fmla="val 304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0" y="1508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private/tmp/claude-501/-Users-wanbi-Code-oss-projects-viettyping/819a7611-2cb6-438f-ae7c-0ad07e99bd3f/scratchpad/slides/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170992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2514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 là gì?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589520" y="3063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bằng cách trò chuyện với AI để mô tả điều mình muốn, thay vì tự gõ từng dòng cú pháp.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9520" y="4114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 phần “dịch ý tưởng thành code”.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 duy AI-Native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quan trọng nhất không còn là </a:t>
            </a:r>
            <a:pPr indent="0" marL="0">
              <a:buNone/>
            </a:pPr>
            <a:r>
              <a:rPr lang="en-US" sz="1600" i="1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“thuộc cú pháp”</a:t>
            </a:r>
            <a:pPr indent="0" marL="0">
              <a:buNone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mà là: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private/tmp/claude-501/-Users-wanbi-Code-oss-projects-viettyping/819a7611-2cb6-438f-ae7c-0ad07e99bd3f/scratchpad/slides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9864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câu hỏi đúng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42976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rõ ý muốn, ràng buộc, và tiêu chí thành công cho AI.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33172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69748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/private/tmp/claude-501/-Users-wanbi-Code-oss-projects-viettyping/819a7611-2cb6-438f-ae7c-0ad07e99bd3f/scratchpad/slides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898648"/>
            <a:ext cx="466344" cy="4663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09160" y="3749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&amp; review kết quả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09160" y="42976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AI đưa ra đúng ý chưa, phát hiện chỗ lệch sớm.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26974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private/tmp/claude-501/-Users-wanbi-Code-oss-projects-viettyping/819a7611-2cb6-438f-ae7c-0ad07e99bd3f/scratchpad/slides/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898648"/>
            <a:ext cx="466344" cy="4663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04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58200" y="3749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Lặp lại thật nhanh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58200" y="42976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Chỉnh, hỏi lại, thử phương án khác — không sợ "làm lại từ đầu".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CHIẾN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Nhiều công cụ AI, phối hợp thật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một công cụ duy nhất — hôm nay bạn sẽ thấy cả chuỗi phối hợp với nhau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18108" y="26060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private/tmp/claude-501/-Users-wanbi-Code-oss-projects-viettyping/819a7611-2cb6-438f-ae7c-0ad07e99bd3f/scratchpad/slides/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276" y="2807208"/>
            <a:ext cx="649224" cy="649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868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0868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7988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/brainstorming</a:t>
            </a:r>
            <a:endParaRPr lang="en-US" sz="1050" dirty="0"/>
          </a:p>
        </p:txBody>
      </p:sp>
      <p:pic>
        <p:nvPicPr>
          <p:cNvPr id="10" name="Image 1" descr="/private/tmp/claude-501/-Users-wanbi-Code-oss-projects-viettyping/819a7611-2cb6-438f-ae7c-0ad07e99bd3f/scratchpad/slides/icons/arrow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28" y="294894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52748" y="26060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/private/tmp/claude-501/-Users-wanbi-Code-oss-projects-viettyping/819a7611-2cb6-438f-ae7c-0ad07e99bd3f/scratchpad/slides/icons/paintbru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916" y="2807208"/>
            <a:ext cx="649224" cy="6492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75508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Stitch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375508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</a:t>
            </a:r>
            <a:endParaRPr lang="en-US" sz="1300" dirty="0"/>
          </a:p>
        </p:txBody>
      </p:sp>
      <p:pic>
        <p:nvPicPr>
          <p:cNvPr id="15" name="Image 3" descr="/private/tmp/claude-501/-Users-wanbi-Code-oss-projects-viettyping/819a7611-2cb6-438f-ae7c-0ad07e99bd3f/scratchpad/slides/icons/arrow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948940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987388" y="26060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4" descr="/private/tmp/claude-501/-Users-wanbi-Code-oss-projects-viettyping/819a7611-2cb6-438f-ae7c-0ad07e99bd3f/scratchpad/slides/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556" y="2807208"/>
            <a:ext cx="649224" cy="6492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0148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Studio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210148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code</a:t>
            </a:r>
            <a:endParaRPr lang="en-US" sz="1300" dirty="0"/>
          </a:p>
        </p:txBody>
      </p:sp>
      <p:pic>
        <p:nvPicPr>
          <p:cNvPr id="20" name="Image 5" descr="/private/tmp/claude-501/-Users-wanbi-Code-oss-projects-viettyping/819a7611-2cb6-438f-ae7c-0ad07e99bd3f/scratchpad/slides/icons/arrow_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7608" y="2948940"/>
            <a:ext cx="365760" cy="36576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822028" y="260604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6" descr="/private/tmp/claude-501/-Users-wanbi-Code-oss-projects-viettyping/819a7611-2cb6-438f-ae7c-0ad07e99bd3f/scratchpad/slides/icons/magic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96" y="2807208"/>
            <a:ext cx="649224" cy="64922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044788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4" name="Text 15"/>
          <p:cNvSpPr/>
          <p:nvPr/>
        </p:nvSpPr>
        <p:spPr>
          <a:xfrm>
            <a:off x="9044788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8861908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/writing-plans + /executing-plans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640080" y="5897880"/>
            <a:ext cx="10908792" cy="548640"/>
          </a:xfrm>
          <a:prstGeom prst="roundRect">
            <a:avLst>
              <a:gd name="adj" fmla="val 16667"/>
            </a:avLst>
          </a:prstGeom>
          <a:solidFill>
            <a:srgbClr val="141A47"/>
          </a:solidFill>
          <a:ln/>
        </p:spPr>
      </p:sp>
      <p:sp>
        <p:nvSpPr>
          <p:cNvPr id="27" name="Shape 18"/>
          <p:cNvSpPr/>
          <p:nvPr/>
        </p:nvSpPr>
        <p:spPr>
          <a:xfrm>
            <a:off x="868680" y="6007608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8" name="Image 7" descr="/private/tmp/claude-501/-Users-wanbi-Code-oss-projects-viettyping/819a7611-2cb6-438f-ae7c-0ad07e99bd3f/scratchpad/slides/icons/github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6071616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325880" y="5897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mở nguồn: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github.com/obra/superpowers</a:t>
            </a:r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tự cài và dùng ngay sau buổi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Kỳ vọng rõ ràng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7764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để dựng LÕI (core loop) của một app thật đang chạy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023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đầy đủ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tháng phát triển — mascot 3D, âm thanh, hàng chục mini-game.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4023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vào lõi, để thấy tốc độ AI mang lại — thật, không dàn dựng.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32520" y="553212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0" descr="/private/tmp/claude-501/-Users-wanbi-Code-oss-projects-viettyping/819a7611-2cb6-438f-ae7c-0ad07e99bd3f/scratchpad/slides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5733288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0" y="5669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Bắt đầu build live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2026-07-13T23:54:57Z</dcterms:created>
  <dcterms:modified xsi:type="dcterms:W3CDTF">2026-07-13T23:54:57Z</dcterms:modified>
</cp:coreProperties>
</file>